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Lingtin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店长使用手册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语音智能管理平台  ·  让每次桌访都变成门店进步的动力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435254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444398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录音采集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0" y="435254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444398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数据看板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583680" y="435254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4439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智库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Lingtin，对你有什么好处？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Lingtin 不是给你加任务，而是帮你省时间、出成绩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371600"/>
            <a:ext cx="54864" cy="1463040"/>
          </a:xfrm>
          <a:prstGeom prst="rect">
            <a:avLst/>
          </a:prstGeom>
          <a:solidFill>
            <a:srgbClr val="DD6B20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DD6B20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省时间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录完音就走，AI 自动转文字、分析情绪、提炼问题。不用手写、不用回忆、不用整理——一天至少省 30 分钟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9160" y="1371600"/>
            <a:ext cx="54864" cy="146304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983480" y="164592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373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不遗漏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8348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顾客说的每句话 AI 都记住了。哪桌说菜咸、哪桌夸服务好，不靠记忆靠数据，汇报时有理有据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10896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40080" y="310896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747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出成绩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914400" y="3886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把负面反馈自动变成「该做什么」。跟着建议做，菜品改了、服务好了，顾客满意度看得见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310896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4709160" y="3108960"/>
            <a:ext cx="54864" cy="146304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4983480" y="3383280"/>
            <a:ext cx="457200" cy="457200"/>
          </a:xfrm>
          <a:prstGeom prst="ellipse">
            <a:avLst/>
          </a:prstGeom>
          <a:solidFill>
            <a:srgbClr val="38A169"/>
          </a:solidFill>
          <a:ln/>
        </p:spPr>
        <p:txBody>
          <a:bodyPr/>
          <a:p/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74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被看见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983480" y="3886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你的每次桌访、每次改善都有数据记录。覆盖率、处理率、满意度趋势——你的用心不会被埋没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你的角色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你是门店与顾客之间最直接的桥梁。Lingtin 帮你把桌访从「完成任务」变成「获取洞察」。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28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录音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/recorder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桌访录音 + 例会录音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自动转写分析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840480"/>
            <a:ext cx="2286000" cy="411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你只管聊，AI 帮你记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7472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看板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47472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5760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覆盖率、情绪、菜品反馈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话术评估、行动建议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611880" y="3840480"/>
            <a:ext cx="2286000" cy="411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0" name="Text 16"/>
          <p:cNvSpPr/>
          <p:nvPr/>
        </p:nvSpPr>
        <p:spPr>
          <a:xfrm>
            <a:off x="361188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一眼看清今天做得怎样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09360" y="15544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2880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智库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9224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自然语言问任何问题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获取经营洞察和建议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46520" y="3840480"/>
            <a:ext cx="2286000" cy="41148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8" name="Text 23"/>
          <p:cNvSpPr/>
          <p:nvPr/>
        </p:nvSpPr>
        <p:spPr>
          <a:xfrm>
            <a:off x="644652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随时问，AI 秒回答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典型一天的流程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188720" cy="5029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午市前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1554480"/>
            <a:ext cx="0" cy="2468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005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打开录音页 → 切到「例会」→ 餐前会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查看“昨日待办”提醒卡片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录下餐前会，查看 AI 纪要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1188720" cy="502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午市中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34440" y="2304288"/>
            <a:ext cx="0" cy="2468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7556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切回「桌访」→ 选桌号 → 录音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可开启隐身模式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每桌录完后查看列表确认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118872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511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午市后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34440" y="3054096"/>
            <a:ext cx="0" cy="2468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50545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打开看板页，查看覆盖率和情绪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 AI 行动建议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1188720" cy="502920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  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34440" y="3803904"/>
            <a:ext cx="0" cy="246888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25526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重复桌访录音流程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118872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507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收餐后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40050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系统自动生成复盘议题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切到「例会」→ 每日复盘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按议题卡片开复盘会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自动提取任务→次日待办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桌访录音：为什么要录？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32004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74904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以前：手写 / 靠记忆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写了半天，回头看不懂自己写的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顾客说了什么，当时没记住就忘了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向上级汇报只能凭感觉，没有数据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每天花 30 分钟整理手写笔记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负面反馈没跟进，问题反复出现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32004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74904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现在：录音 + AI 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录完就走，AI 自动转成文字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每句话都保留，想查随时查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情绪分、菜品数据、覆盖率，一目了然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不用手写不用整理，省下时间巡店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自动跟踪问题，提醒你处理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核心理念：你只管和顾客聊，分析工作全部交给 AI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桌访录音：6 步完成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选桌号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进入录音页，点击桌号选择器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5196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看问卷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如有问卷提示，提醒你今天该问什么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866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开始录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1920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点击红色录音按钮，建议 1 分钟内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隐身模式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可选，模拟聊天界面，顾客不尴尬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5196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停止录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点停止，后台自动处理（~15 秒）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31089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看历史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下方列表查看状态和 AI 分析结果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桌访录音：常见问题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097280"/>
          </a:xfrm>
          <a:prstGeom prst="rect">
            <a:avLst/>
          </a:prstGeom>
          <a:solidFill>
            <a:srgbClr val="EBF8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离线也能录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1508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网络不好时录音自动保存在本地（最多 20 条），恢复网络后自动上传。不用担心断网丢数据。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7744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录音按钮点不了？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检查是否已选择桌号——必须先选桌号才能开始录音。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324612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一直显示“处理中”？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 10-15 秒完成。超过 1 分钟请刷新页面，失败后点「重试」。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411480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顾客说方言能识别吗？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4462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可以！支持 200 多种方言自动识别，普通话、粤语、四川话都没问题。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例会录音：为什么要录？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你有没有遇到过这些情况？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开完会，大家记的重点都不一样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任务分配了，第二天没人记得谁负责什么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好建议当时说了，过后就忘了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7863840" cy="2011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录音 + AI 纪要，帮你解决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508760" y="3337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8"/>
          <p:cNvSpPr/>
          <p:nvPr/>
        </p:nvSpPr>
        <p:spPr>
          <a:xfrm>
            <a:off x="15087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会议摘要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1440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会议内容自动总结，不怕遗漏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0" y="3337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2"/>
          <p:cNvSpPr/>
          <p:nvPr/>
        </p:nvSpPr>
        <p:spPr>
          <a:xfrm>
            <a:off x="41148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关键决定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2044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明确记录做了什么决定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20840" y="33375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126480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行动待办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12648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谁做什么、什么时候做，清清楚楚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例会录音：操作步骤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第一步：选择会议类型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餐前会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每天开餐前  |  5-10 分钟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每日复盘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收餐后回顾  |  10-15 分钟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周例会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每周综合会议  |  20-30 分钟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然后跟着走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25880" y="32004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看上下文卡片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复盘→今日议题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餐前会→昨日待办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30632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32004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88036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开始录音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手机放桌中央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发言尽量清晰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0632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3560" y="32004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停止录音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会议结束后点停止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 AI 处理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30632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0" y="320040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7804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AI 纪要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804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 + 关键决定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行动待办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每日运营闭环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数据自动流转，今天的问题明天跟进——不靠记忆，靠系统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14600" cy="137160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白天桌访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录音采集顾客反馈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92024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46120" y="1463040"/>
            <a:ext cx="2514600" cy="1371600"/>
          </a:xfrm>
          <a:prstGeom prst="rect">
            <a:avLst/>
          </a:prstGeom>
          <a:solidFill>
            <a:srgbClr val="DD6B2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 自动总结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8328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生成复盘议题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35040" y="1463040"/>
            <a:ext cx="2514600" cy="13716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03504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收餐后复盘会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17220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按议题讨论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提取任务→自动入库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286000" y="3291840"/>
            <a:ext cx="4572000" cy="1371600"/>
          </a:xfrm>
          <a:prstGeom prst="rect">
            <a:avLst/>
          </a:prstGeom>
          <a:solidFill>
            <a:srgbClr val="15295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2860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次日餐前会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46888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自动展示昨日待办 → 提醒跟进 → 形成完整闭环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9260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说了 → 记了 → 做了 → 验了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复盘会：今日议题卡片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 21:00 自动生成，帮你理清今天最需要讨论什么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73152" cy="9144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417320"/>
            <a:ext cx="64008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桌反映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水煮鱼偏咸（3 桌反映）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建议与厨师长沟通调味标准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77440"/>
            <a:ext cx="73152" cy="9144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514600"/>
            <a:ext cx="64008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3736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桌反映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上菜速度慢（2 桌反映）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高峰期增加传菜人手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47472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3611880"/>
            <a:ext cx="640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611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桌反映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空调太冷（1 桌反映）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调高 1-2 度观察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使用建议：复盘会前先浏览议题卡片，按优先级顺序讨论，重点解决红色（高）议题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餐前会：昨日待办提醒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选择「餐前会」后自动展示——让你一上班就知道今天要跟进什么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72768"/>
            <a:ext cx="274320" cy="274320"/>
          </a:xfrm>
          <a:prstGeom prst="rect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44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与厨师长沟通水煮鱼调味标准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@李师傅  ·  今天午市前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32888"/>
            <a:ext cx="274320" cy="274320"/>
          </a:xfrm>
          <a:prstGeom prst="rect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404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检查空调温度设置，调高 1-2 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@小王  ·  今天上午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493008"/>
            <a:ext cx="274320" cy="274320"/>
          </a:xfrm>
          <a:prstGeom prst="rect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安排周末促销菜品海报张贴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@小张  ·  周五下班前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对你的好处：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不用翻笔记找昨天说了什么。系统自动提醒，开会更高效，任务不遗漏。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数据看板：一眼看清今天的表现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不用逐条回听录音，关键数据自动汇总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2606040" cy="5486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执行覆盖率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桌访了多少桌 / 总开台数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正常  |  70-90% 差 X 桌  |  &lt;70% 红色警示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280160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1463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情绪概览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 / 中性 / 负面 占比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点击气泡查看原始对话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280160"/>
            <a:ext cx="2606040" cy="54864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463040"/>
            <a:ext cx="365760" cy="36576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菜品提及 TOP 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顾客提到最多的 5 道菜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好评 / 差评数一目了然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32004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57400" y="3200400"/>
            <a:ext cx="2606040" cy="54864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4560" y="3383280"/>
            <a:ext cx="365760" cy="365760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29" name="Text 27"/>
          <p:cNvSpPr/>
          <p:nvPr/>
        </p:nvSpPr>
        <p:spPr>
          <a:xfrm>
            <a:off x="21945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517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话术使用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94560" y="3886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你在桌访中的提问记录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优化」跳转智库获取建议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2004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83480" y="3200400"/>
            <a:ext cx="2606040" cy="5486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3383280"/>
            <a:ext cx="365760" cy="36576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7784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行动建议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0" y="3886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从负面反馈中提炼的建议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详见下一页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行动建议：让问题变成行动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收集反馈只是开始，采取行动才是关键——AI 帮你把问题变成具体的「该做什么」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怎么生成？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点击「生成今日建议」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收集负面反馈 → 归类合并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3-5 条具体建议（约 15 秒）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新增桌访后可「重新生成」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复盘会任务也自动出现在这里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优先级含义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611880"/>
            <a:ext cx="457200" cy="2011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611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桌反映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886200"/>
            <a:ext cx="457200" cy="20116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86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桌反映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4160520"/>
            <a:ext cx="45720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60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桌反映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怎么处理？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1874520"/>
            <a:ext cx="329184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18745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已了解问题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状态变为蓝色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697480"/>
            <a:ext cx="329184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2697480"/>
            <a:ext cx="54864" cy="640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已解决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697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问题已处理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可附备注说明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520440"/>
            <a:ext cx="329184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3520440"/>
            <a:ext cx="54864" cy="64008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3520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偶发情况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从列表移除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对你的好处：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不用自己想该怎么改，AI 帮你列清楚。跟着做，菜品改了、服务好了，成绩自然来。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智库：你的专属经营顾问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用自然语言问任何问题，AI 基于你店的真实数据秒回答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474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怎么用？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底部导航栏 → 「智库」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输入问题，点击发送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实时输出回答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支持连续追问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数据安全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只能访问你本店的数据，其他门店看不到你的信息。你的录音、数据完全保密。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推荐你试试这些问题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日常复盘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"今天顾客整体满意度怎么样？"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32461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324612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菜品分析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"本周被差评最多的菜是哪道？"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24612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话术改进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538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"帮我分析最近的桌访话术，怎么优化？"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2062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趋势追踪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498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"这周和上周相比，覆盖率有变化吗？"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0" y="42062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42062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4498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"A3 桌顾客说了什么？"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让每次桌访都变成门店进步的动力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463040"/>
            <a:ext cx="1097280" cy="10972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说了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录音采集真实反馈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78308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54680" y="1463040"/>
            <a:ext cx="1097280" cy="109728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9" name="Text 6"/>
          <p:cNvSpPr/>
          <p:nvPr/>
        </p:nvSpPr>
        <p:spPr>
          <a:xfrm>
            <a:off x="31546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记了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834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自动转写分析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49240" y="1463040"/>
            <a:ext cx="1097280" cy="10972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9"/>
          <p:cNvSpPr/>
          <p:nvPr/>
        </p:nvSpPr>
        <p:spPr>
          <a:xfrm>
            <a:off x="534924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做了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行动建议落地改善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8308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43800" y="1463040"/>
            <a:ext cx="1097280" cy="10972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7" name="Text 12"/>
          <p:cNvSpPr/>
          <p:nvPr/>
        </p:nvSpPr>
        <p:spPr>
          <a:xfrm>
            <a:off x="754380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验了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722376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数据验证改善效果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solidFill>
            <a:srgbClr val="152951"/>
          </a:solidFill>
          <a:ln/>
        </p:spPr>
      </p:sp>
      <p:sp>
        <p:nvSpPr>
          <p:cNvPr id="20" name="Text 15"/>
          <p:cNvSpPr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Lingtin 不是给你加任务，是帮你用更少的时间，做出更好的成绩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lt.smartice.ai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Lingtin 店长使用手册</dc:title>
  <dc:subject>PptxGenJS Presentation</dc:subject>
  <dc:creator>Lingtin</dc:creator>
  <cp:lastModifiedBy>Lingtin</cp:lastModifiedBy>
  <cp:revision>1</cp:revision>
  <dcterms:created xsi:type="dcterms:W3CDTF">2026-02-20T19:02:46Z</dcterms:created>
  <dcterms:modified xsi:type="dcterms:W3CDTF">2026-02-20T19:02:46Z</dcterms:modified>
</cp:coreProperties>
</file>